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5486400" cy="36576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284C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/>
            </a:pPr>
            <a:r>
              <a:t>📷</a:t>
            </a:r>
          </a:p>
          <a:p>
            <a:pPr algn="ctr">
              <a:spcBef>
                <a:spcPts val="800"/>
              </a:spcBef>
              <a:defRPr sz="1400" b="1">
                <a:solidFill>
                  <a:srgbClr val="0F2942"/>
                </a:solidFill>
              </a:defRPr>
            </a:pPr>
            <a:r>
              <a:t>SPACE RESERVED FOR PROTOTYPE IMAGE</a:t>
            </a:r>
          </a:p>
          <a:p>
            <a:pPr algn="ctr">
              <a:spcBef>
                <a:spcPts val="400"/>
              </a:spcBef>
              <a:defRPr sz="1100">
                <a:solidFill>
                  <a:srgbClr val="0284C7"/>
                </a:solidFill>
              </a:defRPr>
            </a:pPr>
            <a:r>
              <a:t>[ Insert / Paste Physical Hardware Photo Here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